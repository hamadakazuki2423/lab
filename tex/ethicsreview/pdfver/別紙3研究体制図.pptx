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90" y="10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96399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170215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132623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225424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693936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3739458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4183914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3624638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008183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578060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952649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85EF8E-2332-41E8-AFE2-FFBFC071958B}" type="datetimeFigureOut">
              <a:rPr kumimoji="1" lang="ja-JP" altLang="en-US" smtClean="0"/>
              <a:t>2023/3/24</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592077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a:t>
            </a:r>
            <a:r>
              <a:rPr kumimoji="1" lang="ja-JP" altLang="en-US" dirty="0" smtClean="0"/>
              <a:t>別紙</a:t>
            </a:r>
            <a:r>
              <a:rPr kumimoji="1" lang="en-US" altLang="ja-JP" smtClean="0"/>
              <a:t>3)</a:t>
            </a:r>
            <a:r>
              <a:rPr kumimoji="1" lang="ja-JP" altLang="en-US" dirty="0" smtClean="0"/>
              <a:t>研究</a:t>
            </a:r>
            <a:r>
              <a:rPr kumimoji="1" lang="ja-JP" altLang="en-US" dirty="0" smtClean="0"/>
              <a:t>体制図</a:t>
            </a:r>
            <a:endParaRPr kumimoji="1" lang="ja-JP" altLang="en-US" dirty="0"/>
          </a:p>
        </p:txBody>
      </p:sp>
      <p:sp>
        <p:nvSpPr>
          <p:cNvPr id="4" name="正方形/長方形 3"/>
          <p:cNvSpPr/>
          <p:nvPr/>
        </p:nvSpPr>
        <p:spPr>
          <a:xfrm>
            <a:off x="1138843" y="2793075"/>
            <a:ext cx="3050771" cy="188698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東京大学</a:t>
            </a:r>
            <a:r>
              <a:rPr lang="ja-JP" altLang="en-US" dirty="0" smtClean="0">
                <a:solidFill>
                  <a:schemeClr val="tx1"/>
                </a:solidFill>
              </a:rPr>
              <a:t>生産技術研究所</a:t>
            </a:r>
            <a:endParaRPr lang="en-US" altLang="ja-JP" dirty="0" smtClean="0">
              <a:solidFill>
                <a:schemeClr val="tx1"/>
              </a:solidFill>
            </a:endParaRPr>
          </a:p>
          <a:p>
            <a:pPr algn="ctr"/>
            <a:r>
              <a:rPr kumimoji="1" lang="ja-JP" altLang="en-US" dirty="0">
                <a:solidFill>
                  <a:schemeClr val="tx1"/>
                </a:solidFill>
              </a:rPr>
              <a:t>大石</a:t>
            </a:r>
            <a:r>
              <a:rPr kumimoji="1" lang="ja-JP" altLang="en-US" dirty="0" smtClean="0">
                <a:solidFill>
                  <a:schemeClr val="tx1"/>
                </a:solidFill>
              </a:rPr>
              <a:t>研究室</a:t>
            </a:r>
            <a:endParaRPr kumimoji="1" lang="en-US" altLang="ja-JP" dirty="0" smtClean="0">
              <a:solidFill>
                <a:schemeClr val="tx1"/>
              </a:solidFill>
            </a:endParaRPr>
          </a:p>
          <a:p>
            <a:pPr algn="ctr"/>
            <a:endParaRPr lang="en-US" altLang="ja-JP" dirty="0">
              <a:solidFill>
                <a:schemeClr val="tx1"/>
              </a:solidFill>
            </a:endParaRPr>
          </a:p>
          <a:p>
            <a:pPr algn="ctr"/>
            <a:r>
              <a:rPr kumimoji="1" lang="ja-JP" altLang="en-US" dirty="0" smtClean="0">
                <a:solidFill>
                  <a:schemeClr val="tx1"/>
                </a:solidFill>
              </a:rPr>
              <a:t>評価実験、データ解析</a:t>
            </a:r>
            <a:endParaRPr kumimoji="1" lang="en-US" altLang="ja-JP" dirty="0" smtClean="0">
              <a:solidFill>
                <a:schemeClr val="tx1"/>
              </a:solidFill>
            </a:endParaRPr>
          </a:p>
        </p:txBody>
      </p:sp>
      <p:sp>
        <p:nvSpPr>
          <p:cNvPr id="5" name="右矢印 4"/>
          <p:cNvSpPr/>
          <p:nvPr/>
        </p:nvSpPr>
        <p:spPr>
          <a:xfrm>
            <a:off x="4490257" y="2427316"/>
            <a:ext cx="3391592" cy="2618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ja-JP"/>
              <a:t>個々の結果が分からないようにした全体の解析結果のみを共有する</a:t>
            </a:r>
            <a:endParaRPr kumimoji="1" lang="ja-JP" altLang="en-US"/>
          </a:p>
        </p:txBody>
      </p:sp>
      <p:sp>
        <p:nvSpPr>
          <p:cNvPr id="6" name="正方形/長方形 5"/>
          <p:cNvSpPr/>
          <p:nvPr/>
        </p:nvSpPr>
        <p:spPr>
          <a:xfrm>
            <a:off x="8115990" y="2793075"/>
            <a:ext cx="3050771" cy="188698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エア・</a:t>
            </a:r>
            <a:r>
              <a:rPr lang="ja-JP" altLang="en-US" dirty="0" smtClean="0">
                <a:solidFill>
                  <a:schemeClr val="tx1"/>
                </a:solidFill>
              </a:rPr>
              <a:t>ウォーター株式会社</a:t>
            </a:r>
            <a:endParaRPr kumimoji="1" lang="en-US" altLang="ja-JP" dirty="0" smtClean="0">
              <a:solidFill>
                <a:schemeClr val="tx1"/>
              </a:solidFill>
            </a:endParaRPr>
          </a:p>
          <a:p>
            <a:pPr algn="ctr"/>
            <a:endParaRPr lang="en-US" altLang="ja-JP" dirty="0">
              <a:solidFill>
                <a:schemeClr val="tx1"/>
              </a:solidFill>
            </a:endParaRPr>
          </a:p>
          <a:p>
            <a:pPr algn="ctr"/>
            <a:r>
              <a:rPr kumimoji="1" lang="ja-JP" altLang="en-US" dirty="0" smtClean="0">
                <a:solidFill>
                  <a:schemeClr val="tx1"/>
                </a:solidFill>
              </a:rPr>
              <a:t>解析結果の確認</a:t>
            </a:r>
            <a:endParaRPr kumimoji="1" lang="en-US" altLang="ja-JP" dirty="0" smtClean="0">
              <a:solidFill>
                <a:schemeClr val="tx1"/>
              </a:solidFill>
            </a:endParaRPr>
          </a:p>
        </p:txBody>
      </p:sp>
    </p:spTree>
    <p:extLst>
      <p:ext uri="{BB962C8B-B14F-4D97-AF65-F5344CB8AC3E}">
        <p14:creationId xmlns:p14="http://schemas.microsoft.com/office/powerpoint/2010/main" val="6877811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43</Words>
  <Application>Microsoft Office PowerPoint</Application>
  <PresentationFormat>ワイド画面</PresentationFormat>
  <Paragraphs>9</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(別紙3)研究体制図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研究体制図</dc:title>
  <dc:creator>ishikawa</dc:creator>
  <cp:lastModifiedBy>ishikawa</cp:lastModifiedBy>
  <cp:revision>5</cp:revision>
  <dcterms:created xsi:type="dcterms:W3CDTF">2023-03-14T09:43:10Z</dcterms:created>
  <dcterms:modified xsi:type="dcterms:W3CDTF">2023-03-24T03:54:05Z</dcterms:modified>
</cp:coreProperties>
</file>