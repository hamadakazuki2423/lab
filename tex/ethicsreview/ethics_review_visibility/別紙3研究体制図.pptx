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1138"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915F031-1185-6956-7C46-941A31625442}"/>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2F426325-7D5D-888D-9B48-6076A3A8A05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A0F70950-7811-8A87-A12B-03A66ED28440}"/>
              </a:ext>
            </a:extLst>
          </p:cNvPr>
          <p:cNvSpPr>
            <a:spLocks noGrp="1"/>
          </p:cNvSpPr>
          <p:nvPr>
            <p:ph type="dt" sz="half" idx="10"/>
          </p:nvPr>
        </p:nvSpPr>
        <p:spPr/>
        <p:txBody>
          <a:bodyPr/>
          <a:lstStyle/>
          <a:p>
            <a:fld id="{B8DF1395-FA99-4447-94F8-1375B56893CE}" type="datetimeFigureOut">
              <a:rPr kumimoji="1" lang="ja-JP" altLang="en-US" smtClean="0"/>
              <a:t>2026/5/30</a:t>
            </a:fld>
            <a:endParaRPr kumimoji="1" lang="ja-JP" altLang="en-US"/>
          </a:p>
        </p:txBody>
      </p:sp>
      <p:sp>
        <p:nvSpPr>
          <p:cNvPr id="5" name="フッター プレースホルダー 4">
            <a:extLst>
              <a:ext uri="{FF2B5EF4-FFF2-40B4-BE49-F238E27FC236}">
                <a16:creationId xmlns:a16="http://schemas.microsoft.com/office/drawing/2014/main" id="{EB96922E-7926-DC3F-3585-4C562623888E}"/>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6D973357-490A-F522-D1E2-A2704C5B2D33}"/>
              </a:ext>
            </a:extLst>
          </p:cNvPr>
          <p:cNvSpPr>
            <a:spLocks noGrp="1"/>
          </p:cNvSpPr>
          <p:nvPr>
            <p:ph type="sldNum" sz="quarter" idx="12"/>
          </p:nvPr>
        </p:nvSpPr>
        <p:spPr/>
        <p:txBody>
          <a:bodyPr/>
          <a:lstStyle/>
          <a:p>
            <a:fld id="{5FA49239-CB6D-4390-A969-D968F8E3E295}" type="slidenum">
              <a:rPr kumimoji="1" lang="ja-JP" altLang="en-US" smtClean="0"/>
              <a:t>‹#›</a:t>
            </a:fld>
            <a:endParaRPr kumimoji="1" lang="ja-JP" altLang="en-US"/>
          </a:p>
        </p:txBody>
      </p:sp>
    </p:spTree>
    <p:extLst>
      <p:ext uri="{BB962C8B-B14F-4D97-AF65-F5344CB8AC3E}">
        <p14:creationId xmlns:p14="http://schemas.microsoft.com/office/powerpoint/2010/main" val="6023843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346CFEC-A998-BCE6-2913-FD0D561B83D8}"/>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DB80A5A1-D4D9-95CB-F8D7-3A2EE857E98E}"/>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047F79EF-AA45-6827-625D-9A796EDBEE27}"/>
              </a:ext>
            </a:extLst>
          </p:cNvPr>
          <p:cNvSpPr>
            <a:spLocks noGrp="1"/>
          </p:cNvSpPr>
          <p:nvPr>
            <p:ph type="dt" sz="half" idx="10"/>
          </p:nvPr>
        </p:nvSpPr>
        <p:spPr/>
        <p:txBody>
          <a:bodyPr/>
          <a:lstStyle/>
          <a:p>
            <a:fld id="{B8DF1395-FA99-4447-94F8-1375B56893CE}" type="datetimeFigureOut">
              <a:rPr kumimoji="1" lang="ja-JP" altLang="en-US" smtClean="0"/>
              <a:t>2026/5/30</a:t>
            </a:fld>
            <a:endParaRPr kumimoji="1" lang="ja-JP" altLang="en-US"/>
          </a:p>
        </p:txBody>
      </p:sp>
      <p:sp>
        <p:nvSpPr>
          <p:cNvPr id="5" name="フッター プレースホルダー 4">
            <a:extLst>
              <a:ext uri="{FF2B5EF4-FFF2-40B4-BE49-F238E27FC236}">
                <a16:creationId xmlns:a16="http://schemas.microsoft.com/office/drawing/2014/main" id="{55E51F12-93B9-5CF9-9DD5-D4BC616B9E53}"/>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DAC0A067-428B-2966-F715-9D6B4C7B824D}"/>
              </a:ext>
            </a:extLst>
          </p:cNvPr>
          <p:cNvSpPr>
            <a:spLocks noGrp="1"/>
          </p:cNvSpPr>
          <p:nvPr>
            <p:ph type="sldNum" sz="quarter" idx="12"/>
          </p:nvPr>
        </p:nvSpPr>
        <p:spPr/>
        <p:txBody>
          <a:bodyPr/>
          <a:lstStyle/>
          <a:p>
            <a:fld id="{5FA49239-CB6D-4390-A969-D968F8E3E295}" type="slidenum">
              <a:rPr kumimoji="1" lang="ja-JP" altLang="en-US" smtClean="0"/>
              <a:t>‹#›</a:t>
            </a:fld>
            <a:endParaRPr kumimoji="1" lang="ja-JP" altLang="en-US"/>
          </a:p>
        </p:txBody>
      </p:sp>
    </p:spTree>
    <p:extLst>
      <p:ext uri="{BB962C8B-B14F-4D97-AF65-F5344CB8AC3E}">
        <p14:creationId xmlns:p14="http://schemas.microsoft.com/office/powerpoint/2010/main" val="24950194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0A9F0A5-87D2-57FB-85E1-DA220A8690FE}"/>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1118FCDC-66CE-ACAB-B63C-FBE800E8C05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551E4469-CB69-FB2B-9389-F70FE68B2E79}"/>
              </a:ext>
            </a:extLst>
          </p:cNvPr>
          <p:cNvSpPr>
            <a:spLocks noGrp="1"/>
          </p:cNvSpPr>
          <p:nvPr>
            <p:ph type="dt" sz="half" idx="10"/>
          </p:nvPr>
        </p:nvSpPr>
        <p:spPr/>
        <p:txBody>
          <a:bodyPr/>
          <a:lstStyle/>
          <a:p>
            <a:fld id="{B8DF1395-FA99-4447-94F8-1375B56893CE}" type="datetimeFigureOut">
              <a:rPr kumimoji="1" lang="ja-JP" altLang="en-US" smtClean="0"/>
              <a:t>2026/5/30</a:t>
            </a:fld>
            <a:endParaRPr kumimoji="1" lang="ja-JP" altLang="en-US"/>
          </a:p>
        </p:txBody>
      </p:sp>
      <p:sp>
        <p:nvSpPr>
          <p:cNvPr id="5" name="フッター プレースホルダー 4">
            <a:extLst>
              <a:ext uri="{FF2B5EF4-FFF2-40B4-BE49-F238E27FC236}">
                <a16:creationId xmlns:a16="http://schemas.microsoft.com/office/drawing/2014/main" id="{A0583736-6D28-0585-C4E8-6E7ACDF213FE}"/>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FB2C6260-4D72-6DDF-94C0-D2F2C94DD1A4}"/>
              </a:ext>
            </a:extLst>
          </p:cNvPr>
          <p:cNvSpPr>
            <a:spLocks noGrp="1"/>
          </p:cNvSpPr>
          <p:nvPr>
            <p:ph type="sldNum" sz="quarter" idx="12"/>
          </p:nvPr>
        </p:nvSpPr>
        <p:spPr/>
        <p:txBody>
          <a:bodyPr/>
          <a:lstStyle/>
          <a:p>
            <a:fld id="{5FA49239-CB6D-4390-A969-D968F8E3E295}" type="slidenum">
              <a:rPr kumimoji="1" lang="ja-JP" altLang="en-US" smtClean="0"/>
              <a:t>‹#›</a:t>
            </a:fld>
            <a:endParaRPr kumimoji="1" lang="ja-JP" altLang="en-US"/>
          </a:p>
        </p:txBody>
      </p:sp>
    </p:spTree>
    <p:extLst>
      <p:ext uri="{BB962C8B-B14F-4D97-AF65-F5344CB8AC3E}">
        <p14:creationId xmlns:p14="http://schemas.microsoft.com/office/powerpoint/2010/main" val="27065117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EA389EC-45E4-9705-B667-AE4292B42F0B}"/>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1DBC2D31-3616-CEDA-EFEB-650C3298BE8D}"/>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B59EFDE1-5AD7-2086-4570-265E5F912852}"/>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32D307AD-DBD3-C86C-D422-5710A2C904D9}"/>
              </a:ext>
            </a:extLst>
          </p:cNvPr>
          <p:cNvSpPr>
            <a:spLocks noGrp="1"/>
          </p:cNvSpPr>
          <p:nvPr>
            <p:ph type="dt" sz="half" idx="10"/>
          </p:nvPr>
        </p:nvSpPr>
        <p:spPr/>
        <p:txBody>
          <a:bodyPr/>
          <a:lstStyle/>
          <a:p>
            <a:fld id="{B8DF1395-FA99-4447-94F8-1375B56893CE}" type="datetimeFigureOut">
              <a:rPr kumimoji="1" lang="ja-JP" altLang="en-US" smtClean="0"/>
              <a:t>2026/5/30</a:t>
            </a:fld>
            <a:endParaRPr kumimoji="1" lang="ja-JP" altLang="en-US"/>
          </a:p>
        </p:txBody>
      </p:sp>
      <p:sp>
        <p:nvSpPr>
          <p:cNvPr id="6" name="フッター プレースホルダー 5">
            <a:extLst>
              <a:ext uri="{FF2B5EF4-FFF2-40B4-BE49-F238E27FC236}">
                <a16:creationId xmlns:a16="http://schemas.microsoft.com/office/drawing/2014/main" id="{27DA3689-F214-3A28-D4E6-F6EEA92808E9}"/>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A5A1CE9C-2A44-CE23-B28E-683739AD7A09}"/>
              </a:ext>
            </a:extLst>
          </p:cNvPr>
          <p:cNvSpPr>
            <a:spLocks noGrp="1"/>
          </p:cNvSpPr>
          <p:nvPr>
            <p:ph type="sldNum" sz="quarter" idx="12"/>
          </p:nvPr>
        </p:nvSpPr>
        <p:spPr/>
        <p:txBody>
          <a:bodyPr/>
          <a:lstStyle/>
          <a:p>
            <a:fld id="{5FA49239-CB6D-4390-A969-D968F8E3E295}" type="slidenum">
              <a:rPr kumimoji="1" lang="ja-JP" altLang="en-US" smtClean="0"/>
              <a:t>‹#›</a:t>
            </a:fld>
            <a:endParaRPr kumimoji="1" lang="ja-JP" altLang="en-US"/>
          </a:p>
        </p:txBody>
      </p:sp>
    </p:spTree>
    <p:extLst>
      <p:ext uri="{BB962C8B-B14F-4D97-AF65-F5344CB8AC3E}">
        <p14:creationId xmlns:p14="http://schemas.microsoft.com/office/powerpoint/2010/main" val="24326083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A45A359-E337-F3D1-3284-23D406CAA727}"/>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76849F18-D458-2967-717D-4994374AE8B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723B46B8-4ACB-C63A-6F0E-87044866DDF1}"/>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E4B62255-C17B-A6A1-20F2-5E9EC5CE79C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4B44C9D5-2995-B7FA-13D0-4ED58489F27A}"/>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B117852D-D576-EFDC-971A-03ABD45D478F}"/>
              </a:ext>
            </a:extLst>
          </p:cNvPr>
          <p:cNvSpPr>
            <a:spLocks noGrp="1"/>
          </p:cNvSpPr>
          <p:nvPr>
            <p:ph type="dt" sz="half" idx="10"/>
          </p:nvPr>
        </p:nvSpPr>
        <p:spPr/>
        <p:txBody>
          <a:bodyPr/>
          <a:lstStyle/>
          <a:p>
            <a:fld id="{B8DF1395-FA99-4447-94F8-1375B56893CE}" type="datetimeFigureOut">
              <a:rPr kumimoji="1" lang="ja-JP" altLang="en-US" smtClean="0"/>
              <a:t>2026/5/30</a:t>
            </a:fld>
            <a:endParaRPr kumimoji="1" lang="ja-JP" altLang="en-US"/>
          </a:p>
        </p:txBody>
      </p:sp>
      <p:sp>
        <p:nvSpPr>
          <p:cNvPr id="8" name="フッター プレースホルダー 7">
            <a:extLst>
              <a:ext uri="{FF2B5EF4-FFF2-40B4-BE49-F238E27FC236}">
                <a16:creationId xmlns:a16="http://schemas.microsoft.com/office/drawing/2014/main" id="{7C39E714-FDCD-BFB2-489D-ED98DB60AD84}"/>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82E2E73E-EB00-CB39-133D-BD7A73CF543B}"/>
              </a:ext>
            </a:extLst>
          </p:cNvPr>
          <p:cNvSpPr>
            <a:spLocks noGrp="1"/>
          </p:cNvSpPr>
          <p:nvPr>
            <p:ph type="sldNum" sz="quarter" idx="12"/>
          </p:nvPr>
        </p:nvSpPr>
        <p:spPr/>
        <p:txBody>
          <a:bodyPr/>
          <a:lstStyle/>
          <a:p>
            <a:fld id="{5FA49239-CB6D-4390-A969-D968F8E3E295}" type="slidenum">
              <a:rPr kumimoji="1" lang="ja-JP" altLang="en-US" smtClean="0"/>
              <a:t>‹#›</a:t>
            </a:fld>
            <a:endParaRPr kumimoji="1" lang="ja-JP" altLang="en-US"/>
          </a:p>
        </p:txBody>
      </p:sp>
    </p:spTree>
    <p:extLst>
      <p:ext uri="{BB962C8B-B14F-4D97-AF65-F5344CB8AC3E}">
        <p14:creationId xmlns:p14="http://schemas.microsoft.com/office/powerpoint/2010/main" val="3718505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D220D89-2D3A-E18E-B826-025BBFD70D55}"/>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B04C7665-C810-96A3-8A7E-A0B393D260A8}"/>
              </a:ext>
            </a:extLst>
          </p:cNvPr>
          <p:cNvSpPr>
            <a:spLocks noGrp="1"/>
          </p:cNvSpPr>
          <p:nvPr>
            <p:ph type="dt" sz="half" idx="10"/>
          </p:nvPr>
        </p:nvSpPr>
        <p:spPr/>
        <p:txBody>
          <a:bodyPr/>
          <a:lstStyle/>
          <a:p>
            <a:fld id="{B8DF1395-FA99-4447-94F8-1375B56893CE}" type="datetimeFigureOut">
              <a:rPr kumimoji="1" lang="ja-JP" altLang="en-US" smtClean="0"/>
              <a:t>2026/5/30</a:t>
            </a:fld>
            <a:endParaRPr kumimoji="1" lang="ja-JP" altLang="en-US"/>
          </a:p>
        </p:txBody>
      </p:sp>
      <p:sp>
        <p:nvSpPr>
          <p:cNvPr id="4" name="フッター プレースホルダー 3">
            <a:extLst>
              <a:ext uri="{FF2B5EF4-FFF2-40B4-BE49-F238E27FC236}">
                <a16:creationId xmlns:a16="http://schemas.microsoft.com/office/drawing/2014/main" id="{0144B424-2CDA-F03C-EF7F-535F5BE50DAF}"/>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1C46023C-9FAF-824A-104C-4338BFA20671}"/>
              </a:ext>
            </a:extLst>
          </p:cNvPr>
          <p:cNvSpPr>
            <a:spLocks noGrp="1"/>
          </p:cNvSpPr>
          <p:nvPr>
            <p:ph type="sldNum" sz="quarter" idx="12"/>
          </p:nvPr>
        </p:nvSpPr>
        <p:spPr/>
        <p:txBody>
          <a:bodyPr/>
          <a:lstStyle/>
          <a:p>
            <a:fld id="{5FA49239-CB6D-4390-A969-D968F8E3E295}" type="slidenum">
              <a:rPr kumimoji="1" lang="ja-JP" altLang="en-US" smtClean="0"/>
              <a:t>‹#›</a:t>
            </a:fld>
            <a:endParaRPr kumimoji="1" lang="ja-JP" altLang="en-US"/>
          </a:p>
        </p:txBody>
      </p:sp>
    </p:spTree>
    <p:extLst>
      <p:ext uri="{BB962C8B-B14F-4D97-AF65-F5344CB8AC3E}">
        <p14:creationId xmlns:p14="http://schemas.microsoft.com/office/powerpoint/2010/main" val="40974033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3169AC43-48BD-08DD-2053-99CAFA216614}"/>
              </a:ext>
            </a:extLst>
          </p:cNvPr>
          <p:cNvSpPr>
            <a:spLocks noGrp="1"/>
          </p:cNvSpPr>
          <p:nvPr>
            <p:ph type="dt" sz="half" idx="10"/>
          </p:nvPr>
        </p:nvSpPr>
        <p:spPr/>
        <p:txBody>
          <a:bodyPr/>
          <a:lstStyle/>
          <a:p>
            <a:fld id="{B8DF1395-FA99-4447-94F8-1375B56893CE}" type="datetimeFigureOut">
              <a:rPr kumimoji="1" lang="ja-JP" altLang="en-US" smtClean="0"/>
              <a:t>2026/5/30</a:t>
            </a:fld>
            <a:endParaRPr kumimoji="1" lang="ja-JP" altLang="en-US"/>
          </a:p>
        </p:txBody>
      </p:sp>
      <p:sp>
        <p:nvSpPr>
          <p:cNvPr id="3" name="フッター プレースホルダー 2">
            <a:extLst>
              <a:ext uri="{FF2B5EF4-FFF2-40B4-BE49-F238E27FC236}">
                <a16:creationId xmlns:a16="http://schemas.microsoft.com/office/drawing/2014/main" id="{AAC7EAA1-6F18-84C4-1BC0-4D160C22CC0F}"/>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163998ED-7D38-A9B1-4FAD-152CEDA3865F}"/>
              </a:ext>
            </a:extLst>
          </p:cNvPr>
          <p:cNvSpPr>
            <a:spLocks noGrp="1"/>
          </p:cNvSpPr>
          <p:nvPr>
            <p:ph type="sldNum" sz="quarter" idx="12"/>
          </p:nvPr>
        </p:nvSpPr>
        <p:spPr/>
        <p:txBody>
          <a:bodyPr/>
          <a:lstStyle/>
          <a:p>
            <a:fld id="{5FA49239-CB6D-4390-A969-D968F8E3E295}" type="slidenum">
              <a:rPr kumimoji="1" lang="ja-JP" altLang="en-US" smtClean="0"/>
              <a:t>‹#›</a:t>
            </a:fld>
            <a:endParaRPr kumimoji="1" lang="ja-JP" altLang="en-US"/>
          </a:p>
        </p:txBody>
      </p:sp>
    </p:spTree>
    <p:extLst>
      <p:ext uri="{BB962C8B-B14F-4D97-AF65-F5344CB8AC3E}">
        <p14:creationId xmlns:p14="http://schemas.microsoft.com/office/powerpoint/2010/main" val="17741137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7ED1F2E-25E7-0801-CA33-C535E3F4B387}"/>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419DF484-11FA-841D-6382-66C39191228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0F0C1089-FF5D-252A-2F86-3AF767CB046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066C7141-0852-6969-F81B-D6DD0BE76D62}"/>
              </a:ext>
            </a:extLst>
          </p:cNvPr>
          <p:cNvSpPr>
            <a:spLocks noGrp="1"/>
          </p:cNvSpPr>
          <p:nvPr>
            <p:ph type="dt" sz="half" idx="10"/>
          </p:nvPr>
        </p:nvSpPr>
        <p:spPr/>
        <p:txBody>
          <a:bodyPr/>
          <a:lstStyle/>
          <a:p>
            <a:fld id="{B8DF1395-FA99-4447-94F8-1375B56893CE}" type="datetimeFigureOut">
              <a:rPr kumimoji="1" lang="ja-JP" altLang="en-US" smtClean="0"/>
              <a:t>2026/5/30</a:t>
            </a:fld>
            <a:endParaRPr kumimoji="1" lang="ja-JP" altLang="en-US"/>
          </a:p>
        </p:txBody>
      </p:sp>
      <p:sp>
        <p:nvSpPr>
          <p:cNvPr id="6" name="フッター プレースホルダー 5">
            <a:extLst>
              <a:ext uri="{FF2B5EF4-FFF2-40B4-BE49-F238E27FC236}">
                <a16:creationId xmlns:a16="http://schemas.microsoft.com/office/drawing/2014/main" id="{DA33047A-C1D7-B521-E080-ED87EAEC8BF4}"/>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2CCE2C4B-207F-8615-690A-27439AD96ABD}"/>
              </a:ext>
            </a:extLst>
          </p:cNvPr>
          <p:cNvSpPr>
            <a:spLocks noGrp="1"/>
          </p:cNvSpPr>
          <p:nvPr>
            <p:ph type="sldNum" sz="quarter" idx="12"/>
          </p:nvPr>
        </p:nvSpPr>
        <p:spPr/>
        <p:txBody>
          <a:bodyPr/>
          <a:lstStyle/>
          <a:p>
            <a:fld id="{5FA49239-CB6D-4390-A969-D968F8E3E295}" type="slidenum">
              <a:rPr kumimoji="1" lang="ja-JP" altLang="en-US" smtClean="0"/>
              <a:t>‹#›</a:t>
            </a:fld>
            <a:endParaRPr kumimoji="1" lang="ja-JP" altLang="en-US"/>
          </a:p>
        </p:txBody>
      </p:sp>
    </p:spTree>
    <p:extLst>
      <p:ext uri="{BB962C8B-B14F-4D97-AF65-F5344CB8AC3E}">
        <p14:creationId xmlns:p14="http://schemas.microsoft.com/office/powerpoint/2010/main" val="37475418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B154D7A-D3BA-B2E8-9C0A-42544EA00C08}"/>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A2636B80-3D92-A7A2-5073-81D8AEF4FD1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55850DE9-21B5-F7D5-DD46-AA4BABFB515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901324AD-6C27-C51F-2A56-BD89AC82A55D}"/>
              </a:ext>
            </a:extLst>
          </p:cNvPr>
          <p:cNvSpPr>
            <a:spLocks noGrp="1"/>
          </p:cNvSpPr>
          <p:nvPr>
            <p:ph type="dt" sz="half" idx="10"/>
          </p:nvPr>
        </p:nvSpPr>
        <p:spPr/>
        <p:txBody>
          <a:bodyPr/>
          <a:lstStyle/>
          <a:p>
            <a:fld id="{B8DF1395-FA99-4447-94F8-1375B56893CE}" type="datetimeFigureOut">
              <a:rPr kumimoji="1" lang="ja-JP" altLang="en-US" smtClean="0"/>
              <a:t>2026/5/30</a:t>
            </a:fld>
            <a:endParaRPr kumimoji="1" lang="ja-JP" altLang="en-US"/>
          </a:p>
        </p:txBody>
      </p:sp>
      <p:sp>
        <p:nvSpPr>
          <p:cNvPr id="6" name="フッター プレースホルダー 5">
            <a:extLst>
              <a:ext uri="{FF2B5EF4-FFF2-40B4-BE49-F238E27FC236}">
                <a16:creationId xmlns:a16="http://schemas.microsoft.com/office/drawing/2014/main" id="{90373F2F-5D86-312E-A846-95F36EC95FC3}"/>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DD329194-511E-F88F-FDF3-0A4B971E1E65}"/>
              </a:ext>
            </a:extLst>
          </p:cNvPr>
          <p:cNvSpPr>
            <a:spLocks noGrp="1"/>
          </p:cNvSpPr>
          <p:nvPr>
            <p:ph type="sldNum" sz="quarter" idx="12"/>
          </p:nvPr>
        </p:nvSpPr>
        <p:spPr/>
        <p:txBody>
          <a:bodyPr/>
          <a:lstStyle/>
          <a:p>
            <a:fld id="{5FA49239-CB6D-4390-A969-D968F8E3E295}" type="slidenum">
              <a:rPr kumimoji="1" lang="ja-JP" altLang="en-US" smtClean="0"/>
              <a:t>‹#›</a:t>
            </a:fld>
            <a:endParaRPr kumimoji="1" lang="ja-JP" altLang="en-US"/>
          </a:p>
        </p:txBody>
      </p:sp>
    </p:spTree>
    <p:extLst>
      <p:ext uri="{BB962C8B-B14F-4D97-AF65-F5344CB8AC3E}">
        <p14:creationId xmlns:p14="http://schemas.microsoft.com/office/powerpoint/2010/main" val="16488668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5B4637F-DFF8-6681-8AB2-32C91B8FDC34}"/>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AC22500D-B1B5-3EAC-9B0F-11B0FE6DA392}"/>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FEE8BC56-B9BE-EDB9-E14D-413F0C5D4D3E}"/>
              </a:ext>
            </a:extLst>
          </p:cNvPr>
          <p:cNvSpPr>
            <a:spLocks noGrp="1"/>
          </p:cNvSpPr>
          <p:nvPr>
            <p:ph type="dt" sz="half" idx="10"/>
          </p:nvPr>
        </p:nvSpPr>
        <p:spPr/>
        <p:txBody>
          <a:bodyPr/>
          <a:lstStyle/>
          <a:p>
            <a:fld id="{B8DF1395-FA99-4447-94F8-1375B56893CE}" type="datetimeFigureOut">
              <a:rPr kumimoji="1" lang="ja-JP" altLang="en-US" smtClean="0"/>
              <a:t>2026/5/30</a:t>
            </a:fld>
            <a:endParaRPr kumimoji="1" lang="ja-JP" altLang="en-US"/>
          </a:p>
        </p:txBody>
      </p:sp>
      <p:sp>
        <p:nvSpPr>
          <p:cNvPr id="5" name="フッター プレースホルダー 4">
            <a:extLst>
              <a:ext uri="{FF2B5EF4-FFF2-40B4-BE49-F238E27FC236}">
                <a16:creationId xmlns:a16="http://schemas.microsoft.com/office/drawing/2014/main" id="{AA45732A-D5EB-F03B-0520-96FE1BCE91CF}"/>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FE809A5B-7113-4697-AED7-0037B9492415}"/>
              </a:ext>
            </a:extLst>
          </p:cNvPr>
          <p:cNvSpPr>
            <a:spLocks noGrp="1"/>
          </p:cNvSpPr>
          <p:nvPr>
            <p:ph type="sldNum" sz="quarter" idx="12"/>
          </p:nvPr>
        </p:nvSpPr>
        <p:spPr/>
        <p:txBody>
          <a:bodyPr/>
          <a:lstStyle/>
          <a:p>
            <a:fld id="{5FA49239-CB6D-4390-A969-D968F8E3E295}" type="slidenum">
              <a:rPr kumimoji="1" lang="ja-JP" altLang="en-US" smtClean="0"/>
              <a:t>‹#›</a:t>
            </a:fld>
            <a:endParaRPr kumimoji="1" lang="ja-JP" altLang="en-US"/>
          </a:p>
        </p:txBody>
      </p:sp>
    </p:spTree>
    <p:extLst>
      <p:ext uri="{BB962C8B-B14F-4D97-AF65-F5344CB8AC3E}">
        <p14:creationId xmlns:p14="http://schemas.microsoft.com/office/powerpoint/2010/main" val="14180599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1D033278-14A7-917B-E4C2-4368BC94BDAA}"/>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4CC7EB64-4E6A-EE12-C7A9-4A489EE103C7}"/>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9EFE62E5-C28A-D157-C989-FF1B5AC15D8D}"/>
              </a:ext>
            </a:extLst>
          </p:cNvPr>
          <p:cNvSpPr>
            <a:spLocks noGrp="1"/>
          </p:cNvSpPr>
          <p:nvPr>
            <p:ph type="dt" sz="half" idx="10"/>
          </p:nvPr>
        </p:nvSpPr>
        <p:spPr/>
        <p:txBody>
          <a:bodyPr/>
          <a:lstStyle/>
          <a:p>
            <a:fld id="{B8DF1395-FA99-4447-94F8-1375B56893CE}" type="datetimeFigureOut">
              <a:rPr kumimoji="1" lang="ja-JP" altLang="en-US" smtClean="0"/>
              <a:t>2026/5/30</a:t>
            </a:fld>
            <a:endParaRPr kumimoji="1" lang="ja-JP" altLang="en-US"/>
          </a:p>
        </p:txBody>
      </p:sp>
      <p:sp>
        <p:nvSpPr>
          <p:cNvPr id="5" name="フッター プレースホルダー 4">
            <a:extLst>
              <a:ext uri="{FF2B5EF4-FFF2-40B4-BE49-F238E27FC236}">
                <a16:creationId xmlns:a16="http://schemas.microsoft.com/office/drawing/2014/main" id="{C568C04F-5474-45CB-7FE5-A4B8A5CFCFEE}"/>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1CEFCBAE-41AF-8A89-B157-F729E08E0D6B}"/>
              </a:ext>
            </a:extLst>
          </p:cNvPr>
          <p:cNvSpPr>
            <a:spLocks noGrp="1"/>
          </p:cNvSpPr>
          <p:nvPr>
            <p:ph type="sldNum" sz="quarter" idx="12"/>
          </p:nvPr>
        </p:nvSpPr>
        <p:spPr/>
        <p:txBody>
          <a:bodyPr/>
          <a:lstStyle/>
          <a:p>
            <a:fld id="{5FA49239-CB6D-4390-A969-D968F8E3E295}" type="slidenum">
              <a:rPr kumimoji="1" lang="ja-JP" altLang="en-US" smtClean="0"/>
              <a:t>‹#›</a:t>
            </a:fld>
            <a:endParaRPr kumimoji="1" lang="ja-JP" altLang="en-US"/>
          </a:p>
        </p:txBody>
      </p:sp>
    </p:spTree>
    <p:extLst>
      <p:ext uri="{BB962C8B-B14F-4D97-AF65-F5344CB8AC3E}">
        <p14:creationId xmlns:p14="http://schemas.microsoft.com/office/powerpoint/2010/main" val="12370272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A2B482FB-9DFB-6DD8-557B-EDDF3D26552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C0F0F3F5-9608-311F-53BD-7D0D9A71F0C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57AC338E-3EAE-6493-F4CF-75D3DE36C88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8DF1395-FA99-4447-94F8-1375B56893CE}" type="datetimeFigureOut">
              <a:rPr kumimoji="1" lang="ja-JP" altLang="en-US" smtClean="0"/>
              <a:t>2026/5/30</a:t>
            </a:fld>
            <a:endParaRPr kumimoji="1" lang="ja-JP" altLang="en-US"/>
          </a:p>
        </p:txBody>
      </p:sp>
      <p:sp>
        <p:nvSpPr>
          <p:cNvPr id="5" name="フッター プレースホルダー 4">
            <a:extLst>
              <a:ext uri="{FF2B5EF4-FFF2-40B4-BE49-F238E27FC236}">
                <a16:creationId xmlns:a16="http://schemas.microsoft.com/office/drawing/2014/main" id="{DA6C20AB-CD32-2364-6AC3-43753E7A179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3786E22F-061C-08D9-31B1-74F90772B14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FA49239-CB6D-4390-A969-D968F8E3E295}" type="slidenum">
              <a:rPr kumimoji="1" lang="ja-JP" altLang="en-US" smtClean="0"/>
              <a:t>‹#›</a:t>
            </a:fld>
            <a:endParaRPr kumimoji="1" lang="ja-JP" altLang="en-US"/>
          </a:p>
        </p:txBody>
      </p:sp>
    </p:spTree>
    <p:extLst>
      <p:ext uri="{BB962C8B-B14F-4D97-AF65-F5344CB8AC3E}">
        <p14:creationId xmlns:p14="http://schemas.microsoft.com/office/powerpoint/2010/main" val="370146227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a:t>
            </a:r>
            <a:r>
              <a:rPr kumimoji="1" lang="ja-JP" altLang="en-US" dirty="0"/>
              <a:t>別紙</a:t>
            </a:r>
            <a:r>
              <a:rPr kumimoji="1" lang="en-US" altLang="ja-JP"/>
              <a:t>3)</a:t>
            </a:r>
            <a:r>
              <a:rPr kumimoji="1" lang="ja-JP" altLang="en-US" dirty="0"/>
              <a:t>研究体制図</a:t>
            </a:r>
          </a:p>
        </p:txBody>
      </p:sp>
      <p:sp>
        <p:nvSpPr>
          <p:cNvPr id="4" name="正方形/長方形 3"/>
          <p:cNvSpPr/>
          <p:nvPr/>
        </p:nvSpPr>
        <p:spPr>
          <a:xfrm>
            <a:off x="1138843" y="2793075"/>
            <a:ext cx="3050771" cy="1886989"/>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rPr>
              <a:t>東京大学</a:t>
            </a:r>
            <a:r>
              <a:rPr lang="ja-JP" altLang="en-US" dirty="0">
                <a:solidFill>
                  <a:schemeClr val="tx1"/>
                </a:solidFill>
              </a:rPr>
              <a:t>生産技術研究所</a:t>
            </a:r>
            <a:endParaRPr lang="en-US" altLang="ja-JP" dirty="0">
              <a:solidFill>
                <a:schemeClr val="tx1"/>
              </a:solidFill>
            </a:endParaRPr>
          </a:p>
          <a:p>
            <a:pPr algn="ctr"/>
            <a:r>
              <a:rPr kumimoji="1" lang="ja-JP" altLang="en-US" dirty="0">
                <a:solidFill>
                  <a:schemeClr val="tx1"/>
                </a:solidFill>
              </a:rPr>
              <a:t>大石研究室</a:t>
            </a:r>
            <a:endParaRPr kumimoji="1" lang="en-US" altLang="ja-JP" dirty="0">
              <a:solidFill>
                <a:schemeClr val="tx1"/>
              </a:solidFill>
            </a:endParaRPr>
          </a:p>
          <a:p>
            <a:pPr algn="ctr"/>
            <a:endParaRPr lang="en-US" altLang="ja-JP" dirty="0">
              <a:solidFill>
                <a:schemeClr val="tx1"/>
              </a:solidFill>
            </a:endParaRPr>
          </a:p>
          <a:p>
            <a:pPr algn="ctr"/>
            <a:r>
              <a:rPr kumimoji="1" lang="ja-JP" altLang="en-US" dirty="0">
                <a:solidFill>
                  <a:schemeClr val="tx1"/>
                </a:solidFill>
              </a:rPr>
              <a:t>評価実験、データ解析</a:t>
            </a:r>
            <a:endParaRPr kumimoji="1" lang="en-US" altLang="ja-JP" dirty="0">
              <a:solidFill>
                <a:schemeClr val="tx1"/>
              </a:solidFill>
            </a:endParaRPr>
          </a:p>
        </p:txBody>
      </p:sp>
      <p:sp>
        <p:nvSpPr>
          <p:cNvPr id="5" name="右矢印 4"/>
          <p:cNvSpPr/>
          <p:nvPr/>
        </p:nvSpPr>
        <p:spPr>
          <a:xfrm>
            <a:off x="4490257" y="2427316"/>
            <a:ext cx="3391592" cy="2618509"/>
          </a:xfrm>
          <a:prstGeom prst="rightArrow">
            <a:avLst/>
          </a:prstGeom>
          <a:solidFill>
            <a:schemeClr val="accent1">
              <a:lumMod val="60000"/>
              <a:lumOff val="40000"/>
            </a:schemeClr>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ja-JP" dirty="0"/>
              <a:t>個々の結果が分からないようにした全体の解析結果のみを共有する</a:t>
            </a:r>
            <a:endParaRPr kumimoji="1" lang="ja-JP" altLang="en-US" dirty="0"/>
          </a:p>
        </p:txBody>
      </p:sp>
      <p:sp>
        <p:nvSpPr>
          <p:cNvPr id="6" name="正方形/長方形 5"/>
          <p:cNvSpPr/>
          <p:nvPr/>
        </p:nvSpPr>
        <p:spPr>
          <a:xfrm>
            <a:off x="8115990" y="2793075"/>
            <a:ext cx="3050771" cy="1886989"/>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rPr>
              <a:t>吹上 大樹</a:t>
            </a:r>
            <a:endParaRPr lang="en-US" altLang="ja-JP" dirty="0">
              <a:solidFill>
                <a:schemeClr val="tx1"/>
              </a:solidFill>
            </a:endParaRPr>
          </a:p>
          <a:p>
            <a:pPr algn="ctr"/>
            <a:r>
              <a:rPr kumimoji="1" lang="ja-JP" altLang="en-US" dirty="0">
                <a:solidFill>
                  <a:schemeClr val="tx1"/>
                </a:solidFill>
              </a:rPr>
              <a:t>解析結果の確認</a:t>
            </a:r>
            <a:endParaRPr kumimoji="1" lang="en-US" altLang="ja-JP" dirty="0">
              <a:solidFill>
                <a:schemeClr val="tx1"/>
              </a:solidFill>
            </a:endParaRPr>
          </a:p>
        </p:txBody>
      </p:sp>
    </p:spTree>
    <p:extLst>
      <p:ext uri="{BB962C8B-B14F-4D97-AF65-F5344CB8AC3E}">
        <p14:creationId xmlns:p14="http://schemas.microsoft.com/office/powerpoint/2010/main" val="687781140"/>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40</Words>
  <Application>Microsoft Office PowerPoint</Application>
  <PresentationFormat>ワイド画面</PresentationFormat>
  <Paragraphs>8</Paragraphs>
  <Slides>1</Slides>
  <Notes>0</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1</vt:i4>
      </vt:variant>
    </vt:vector>
  </HeadingPairs>
  <TitlesOfParts>
    <vt:vector size="5" baseType="lpstr">
      <vt:lpstr>游ゴシック</vt:lpstr>
      <vt:lpstr>游ゴシック Light</vt:lpstr>
      <vt:lpstr>Arial</vt:lpstr>
      <vt:lpstr>Office テーマ</vt:lpstr>
      <vt:lpstr>(別紙3)研究体制図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濵田　和希</dc:creator>
  <cp:lastModifiedBy>濵田　和希</cp:lastModifiedBy>
  <cp:revision>1</cp:revision>
  <dcterms:created xsi:type="dcterms:W3CDTF">2026-05-30T06:33:56Z</dcterms:created>
  <dcterms:modified xsi:type="dcterms:W3CDTF">2026-05-30T06:35:20Z</dcterms:modified>
</cp:coreProperties>
</file>