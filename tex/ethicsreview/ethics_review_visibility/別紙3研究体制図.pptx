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5F031-1185-6956-7C46-941A31625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F426325-7D5D-888D-9B48-6076A3A8A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0F70950-7811-8A87-A12B-03A66ED28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96922E-7926-DC3F-3585-4C5626238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973357-490A-F522-D1E2-A2704C5B2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384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46CFEC-A998-BCE6-2913-FD0D561B8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80A5A1-D4D9-95CB-F8D7-3A2EE857E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7F79EF-AA45-6827-625D-9A796EDBE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E51F12-93B9-5CF9-9DD5-D4BC616B9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C0A067-428B-2966-F715-9D6B4C7B8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50194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9F0A5-87D2-57FB-85E1-DA220A869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118FCDC-66CE-ACAB-B63C-FBE800E8C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1E4469-CB69-FB2B-9389-F70FE68B2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583736-6D28-0585-C4E8-6E7ACDF21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2C6260-4D72-6DDF-94C0-D2F2C94DD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511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A389EC-45E4-9705-B667-AE4292B42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BC2D31-3616-CEDA-EFEB-650C3298BE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59EFDE1-5AD7-2086-4570-265E5F912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D307AD-DBD3-C86C-D422-5710A2C90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7DA3689-F214-3A28-D4E6-F6EEA9280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A1CE9C-2A44-CE23-B28E-683739AD7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2608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45A359-E337-F3D1-3284-23D406CAA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6849F18-D458-2967-717D-4994374AE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23B46B8-4ACB-C63A-6F0E-87044866D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4B62255-C17B-A6A1-20F2-5E9EC5CE79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B44C9D5-2995-B7FA-13D0-4ED58489F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17852D-D576-EFDC-971A-03ABD45D4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C39E714-FDCD-BFB2-489D-ED98DB60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2E2E73E-EB00-CB39-133D-BD7A73CF5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50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220D89-2D3A-E18E-B826-025BBFD70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04C7665-C810-96A3-8A7E-A0B393D26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144B424-2CDA-F03C-EF7F-535F5BE50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C46023C-9FAF-824A-104C-4338BFA2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740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169AC43-48BD-08DD-2053-99CAFA216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C7EAA1-6F18-84C4-1BC0-4D160C22C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3998ED-7D38-A9B1-4FAD-152CEDA38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4113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ED1F2E-25E7-0801-CA33-C535E3F4B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9DF484-11FA-841D-6382-66C391912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0C1089-FF5D-252A-2F86-3AF767CB0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6C7141-0852-6969-F81B-D6DD0BE76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A33047A-C1D7-B521-E080-ED87EAEC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CCE2C4B-207F-8615-690A-27439AD96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541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154D7A-D3BA-B2E8-9C0A-42544EA00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636B80-3D92-A7A2-5073-81D8AEF4FD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5850DE9-21B5-F7D5-DD46-AA4BABFB5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1324AD-6C27-C51F-2A56-BD89AC82A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0373F2F-5D86-312E-A846-95F36EC95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329194-511E-F88F-FDF3-0A4B971E1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8866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B4637F-DFF8-6681-8AB2-32C91B8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22500D-B1B5-3EAC-9B0F-11B0FE6DA3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E8BC56-B9BE-EDB9-E14D-413F0C5D4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45732A-D5EB-F03B-0520-96FE1BCE9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809A5B-7113-4697-AED7-0037B9492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805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D033278-14A7-917B-E4C2-4368BC94BD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CC7EB64-4E6A-EE12-C7A9-4A489EE10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FE62E5-C28A-D157-C989-FF1B5AC15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68C04F-5474-45CB-7FE5-A4B8A5CFC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EFCBAE-41AF-8A89-B157-F729E08E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7027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2B482FB-9DFB-6DD8-557B-EDDF3D265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F0F3F5-9608-311F-53BD-7D0D9A71F0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AC338E-3EAE-6493-F4CF-75D3DE36C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DF1395-FA99-4447-94F8-1375B56893CE}" type="datetimeFigureOut">
              <a:rPr kumimoji="1" lang="ja-JP" altLang="en-US" smtClean="0"/>
              <a:t>2026/6/15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6C20AB-CD32-2364-6AC3-43753E7A1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86E22F-061C-08D9-31B1-74F90772B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49239-CB6D-4390-A969-D968F8E3E2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462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(</a:t>
            </a:r>
            <a:r>
              <a:rPr kumimoji="1" lang="ja-JP" altLang="en-US" dirty="0"/>
              <a:t>別紙</a:t>
            </a:r>
            <a:r>
              <a:rPr kumimoji="1" lang="en-US" altLang="ja-JP"/>
              <a:t>3)</a:t>
            </a:r>
            <a:r>
              <a:rPr kumimoji="1" lang="ja-JP" altLang="en-US" dirty="0"/>
              <a:t>研究体制図</a:t>
            </a:r>
          </a:p>
        </p:txBody>
      </p:sp>
      <p:sp>
        <p:nvSpPr>
          <p:cNvPr id="4" name="正方形/長方形 3"/>
          <p:cNvSpPr/>
          <p:nvPr/>
        </p:nvSpPr>
        <p:spPr>
          <a:xfrm>
            <a:off x="1138843" y="2793075"/>
            <a:ext cx="3050771" cy="18869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東京大学</a:t>
            </a:r>
            <a:r>
              <a:rPr lang="ja-JP" altLang="en-US" dirty="0">
                <a:solidFill>
                  <a:schemeClr val="tx1"/>
                </a:solidFill>
              </a:rPr>
              <a:t>生産技術研究所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大石研究室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評価実験、データ解析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5" name="右矢印 4"/>
          <p:cNvSpPr/>
          <p:nvPr/>
        </p:nvSpPr>
        <p:spPr>
          <a:xfrm>
            <a:off x="4490257" y="2427316"/>
            <a:ext cx="3391592" cy="2618509"/>
          </a:xfrm>
          <a:prstGeom prst="rightArrow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ja-JP" dirty="0"/>
              <a:t>個々の結果が分からないようにした全体の</a:t>
            </a:r>
            <a:br>
              <a:rPr lang="en-US" altLang="ja-JP" dirty="0"/>
            </a:br>
            <a:r>
              <a:rPr lang="ja-JP" altLang="ja-JP" dirty="0"/>
              <a:t>解析結果のみを共有する</a:t>
            </a:r>
            <a:endParaRPr kumimoji="1" lang="ja-JP" altLang="en-US" dirty="0"/>
          </a:p>
        </p:txBody>
      </p:sp>
      <p:sp>
        <p:nvSpPr>
          <p:cNvPr id="6" name="正方形/長方形 5"/>
          <p:cNvSpPr/>
          <p:nvPr/>
        </p:nvSpPr>
        <p:spPr>
          <a:xfrm>
            <a:off x="8115990" y="2793075"/>
            <a:ext cx="3050771" cy="188698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chemeClr val="tx1"/>
                </a:solidFill>
              </a:rPr>
              <a:t>吹上 大樹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解析結果の確認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7781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UT">
      <a:dk1>
        <a:srgbClr val="474A4D"/>
      </a:dk1>
      <a:lt1>
        <a:srgbClr val="F6F7F8"/>
      </a:lt1>
      <a:dk2>
        <a:srgbClr val="1A4472"/>
      </a:dk2>
      <a:lt2>
        <a:srgbClr val="FCFAF2"/>
      </a:lt2>
      <a:accent1>
        <a:srgbClr val="264892"/>
      </a:accent1>
      <a:accent2>
        <a:srgbClr val="FFCD00"/>
      </a:accent2>
      <a:accent3>
        <a:srgbClr val="192E60"/>
      </a:accent3>
      <a:accent4>
        <a:srgbClr val="B6C7EC"/>
      </a:accent4>
      <a:accent5>
        <a:srgbClr val="C08FB3"/>
      </a:accent5>
      <a:accent6>
        <a:srgbClr val="86B81B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41</Words>
  <Application>Microsoft Office PowerPoint</Application>
  <PresentationFormat>ワイド画面</PresentationFormat>
  <Paragraphs>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(別紙3)研究体制図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濵田　和希</dc:creator>
  <cp:lastModifiedBy>濵田　和希</cp:lastModifiedBy>
  <cp:revision>2</cp:revision>
  <dcterms:created xsi:type="dcterms:W3CDTF">2026-05-30T06:33:56Z</dcterms:created>
  <dcterms:modified xsi:type="dcterms:W3CDTF">2026-06-15T02:38:44Z</dcterms:modified>
</cp:coreProperties>
</file>