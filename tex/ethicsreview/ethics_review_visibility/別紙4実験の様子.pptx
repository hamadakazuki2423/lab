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9" d="100"/>
          <a:sy n="59" d="100"/>
        </p:scale>
        <p:origin x="1589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5F031-1185-6956-7C46-941A31625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426325-7D5D-888D-9B48-6076A3A8A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F70950-7811-8A87-A12B-03A66ED2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96922E-7926-DC3F-3585-4C562623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973357-490A-F522-D1E2-A2704C5B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38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46CFEC-A998-BCE6-2913-FD0D561B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80A5A1-D4D9-95CB-F8D7-3A2EE857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7F79EF-AA45-6827-625D-9A796EDB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E51F12-93B9-5CF9-9DD5-D4BC616B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C0A067-428B-2966-F715-9D6B4C7B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01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9F0A5-87D2-57FB-85E1-DA220A86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18FCDC-66CE-ACAB-B63C-FBE800E8C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1E4469-CB69-FB2B-9389-F70FE68B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583736-6D28-0585-C4E8-6E7ACDF2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2C6260-4D72-6DDF-94C0-D2F2C94D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511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389EC-45E4-9705-B667-AE4292B42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BC2D31-3616-CEDA-EFEB-650C3298B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9EFDE1-5AD7-2086-4570-265E5F912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D307AD-DBD3-C86C-D422-5710A2C9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DA3689-F214-3A28-D4E6-F6EEA928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A1CE9C-2A44-CE23-B28E-683739AD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260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45A359-E337-F3D1-3284-23D406CA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849F18-D458-2967-717D-4994374AE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3B46B8-4ACB-C63A-6F0E-87044866D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B62255-C17B-A6A1-20F2-5E9EC5CE7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B44C9D5-2995-B7FA-13D0-4ED58489F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117852D-D576-EFDC-971A-03ABD45D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C39E714-FDCD-BFB2-489D-ED98DB60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E2E73E-EB00-CB39-133D-BD7A73CF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5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220D89-2D3A-E18E-B826-025BBFD7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04C7665-C810-96A3-8A7E-A0B393D2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44B424-2CDA-F03C-EF7F-535F5BE5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46023C-9FAF-824A-104C-4338BFA2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40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69AC43-48BD-08DD-2053-99CAFA21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C7EAA1-6F18-84C4-1BC0-4D160C22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3998ED-7D38-A9B1-4FAD-152CEDA3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11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D1F2E-25E7-0801-CA33-C535E3F4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9DF484-11FA-841D-6382-66C391912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0C1089-FF5D-252A-2F86-3AF767CB0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6C7141-0852-6969-F81B-D6DD0BE76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33047A-C1D7-B521-E080-ED87EAEC8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CE2C4B-207F-8615-690A-27439AD9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54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54D7A-D3BA-B2E8-9C0A-42544EA0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636B80-3D92-A7A2-5073-81D8AEF4F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850DE9-21B5-F7D5-DD46-AA4BABFB5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1324AD-6C27-C51F-2A56-BD89AC82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373F2F-5D86-312E-A846-95F36EC9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329194-511E-F88F-FDF3-0A4B971E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86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B4637F-DFF8-6681-8AB2-32C91B8F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22500D-B1B5-3EAC-9B0F-11B0FE6DA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E8BC56-B9BE-EDB9-E14D-413F0C5D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45732A-D5EB-F03B-0520-96FE1BCE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809A5B-7113-4697-AED7-0037B949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05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033278-14A7-917B-E4C2-4368BC94B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C7EB64-4E6A-EE12-C7A9-4A489EE10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FE62E5-C28A-D157-C989-FF1B5AC1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68C04F-5474-45CB-7FE5-A4B8A5CF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EFCBAE-41AF-8A89-B157-F729E08E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027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2B482FB-9DFB-6DD8-557B-EDDF3D26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F0F3F5-9608-311F-53BD-7D0D9A71F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AC338E-3EAE-6493-F4CF-75D3DE36C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F1395-FA99-4447-94F8-1375B56893CE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6C20AB-CD32-2364-6AC3-43753E7A1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86E22F-061C-08D9-31B1-74F90772B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49239-CB6D-4390-A969-D968F8E3E2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46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別紙</a:t>
            </a:r>
            <a:r>
              <a:rPr kumimoji="1" lang="en-US" altLang="ja-JP" dirty="0"/>
              <a:t>4)</a:t>
            </a:r>
            <a:r>
              <a:rPr kumimoji="1" lang="ja-JP" altLang="en-US" dirty="0"/>
              <a:t>実験の様子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065E954-8D13-1807-3944-85C19F4143A4}"/>
              </a:ext>
            </a:extLst>
          </p:cNvPr>
          <p:cNvGrpSpPr/>
          <p:nvPr/>
        </p:nvGrpSpPr>
        <p:grpSpPr>
          <a:xfrm>
            <a:off x="1050244" y="1996773"/>
            <a:ext cx="4457927" cy="3548086"/>
            <a:chOff x="4141787" y="1147687"/>
            <a:chExt cx="4073491" cy="3548086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A802460-0424-3158-8AFE-514EE9E52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1560" y="1801243"/>
              <a:ext cx="3913718" cy="2528101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2BB17F46-795E-32AD-476A-BA4FEBC56BA0}"/>
                </a:ext>
              </a:extLst>
            </p:cNvPr>
            <p:cNvSpPr txBox="1"/>
            <p:nvPr/>
          </p:nvSpPr>
          <p:spPr>
            <a:xfrm>
              <a:off x="6782655" y="1147687"/>
              <a:ext cx="14156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Background</a:t>
              </a:r>
            </a:p>
            <a:p>
              <a:pPr algn="ctr"/>
              <a:r>
                <a:rPr kumimoji="1" lang="en-US" altLang="ja-JP" dirty="0"/>
                <a:t> LCD display</a:t>
              </a:r>
              <a:endParaRPr kumimoji="1" lang="ja-JP" altLang="en-US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400FA13-C514-69AE-4CC1-C9688AD8A84C}"/>
                </a:ext>
              </a:extLst>
            </p:cNvPr>
            <p:cNvSpPr txBox="1"/>
            <p:nvPr/>
          </p:nvSpPr>
          <p:spPr>
            <a:xfrm>
              <a:off x="4644000" y="4326441"/>
              <a:ext cx="29609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Foreground LCD display</a:t>
              </a:r>
              <a:endParaRPr kumimoji="1" lang="ja-JP" altLang="en-US" dirty="0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A7D74A30-68FF-D9C1-E823-8B685FC0473E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>
              <a:off x="5868000" y="1801243"/>
              <a:ext cx="390419" cy="107133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35398D0-75A4-0784-B9A7-4F085A58C90D}"/>
                </a:ext>
              </a:extLst>
            </p:cNvPr>
            <p:cNvSpPr txBox="1"/>
            <p:nvPr/>
          </p:nvSpPr>
          <p:spPr>
            <a:xfrm>
              <a:off x="5808729" y="1154912"/>
              <a:ext cx="8993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Beam </a:t>
              </a:r>
            </a:p>
            <a:p>
              <a:r>
                <a:rPr kumimoji="1" lang="en-US" altLang="ja-JP" dirty="0"/>
                <a:t>splitter</a:t>
              </a:r>
              <a:endParaRPr kumimoji="1" lang="ja-JP" altLang="en-US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B2ADD6D-7E2C-FD5E-42E3-F8FC6FF17CEA}"/>
                </a:ext>
              </a:extLst>
            </p:cNvPr>
            <p:cNvSpPr txBox="1"/>
            <p:nvPr/>
          </p:nvSpPr>
          <p:spPr>
            <a:xfrm>
              <a:off x="4141787" y="1147687"/>
              <a:ext cx="13261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Forehead </a:t>
              </a:r>
            </a:p>
            <a:p>
              <a:pPr algn="ctr"/>
              <a:r>
                <a:rPr kumimoji="1" lang="en-US" altLang="ja-JP" dirty="0"/>
                <a:t>Support</a:t>
              </a:r>
              <a:endParaRPr kumimoji="1" lang="ja-JP" altLang="en-US" dirty="0"/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70B81004-F97F-13B9-9F6F-555E9D8F2382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7490464" y="1794018"/>
              <a:ext cx="0" cy="554153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4C26004F-C589-004D-4104-A1F8E6930B8F}"/>
                </a:ext>
              </a:extLst>
            </p:cNvPr>
            <p:cNvCxnSpPr>
              <a:cxnSpLocks/>
            </p:cNvCxnSpPr>
            <p:nvPr/>
          </p:nvCxnSpPr>
          <p:spPr>
            <a:xfrm>
              <a:off x="5868000" y="3419501"/>
              <a:ext cx="0" cy="961730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E9F085F9-6436-A7E7-8CDE-9768F53934F0}"/>
                </a:ext>
              </a:extLst>
            </p:cNvPr>
            <p:cNvCxnSpPr>
              <a:cxnSpLocks/>
            </p:cNvCxnSpPr>
            <p:nvPr/>
          </p:nvCxnSpPr>
          <p:spPr>
            <a:xfrm>
              <a:off x="4638738" y="1756521"/>
              <a:ext cx="0" cy="527229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2154600-B7A3-ED96-5729-9588B3FBD605}"/>
              </a:ext>
            </a:extLst>
          </p:cNvPr>
          <p:cNvSpPr txBox="1"/>
          <p:nvPr/>
        </p:nvSpPr>
        <p:spPr>
          <a:xfrm>
            <a:off x="2305276" y="5764350"/>
            <a:ext cx="2122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Fig</a:t>
            </a:r>
            <a:r>
              <a:rPr kumimoji="1" lang="en-US" altLang="ja-JP" dirty="0"/>
              <a:t>1. </a:t>
            </a:r>
            <a:r>
              <a:rPr kumimoji="1" lang="ja-JP" altLang="en-US" dirty="0"/>
              <a:t>実験装置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1CDCF29-8BD2-50D4-7746-EB0D5416E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491" y="2651780"/>
            <a:ext cx="3366930" cy="252519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C0F96E7-59B4-ACAF-61C5-020FBE584705}"/>
              </a:ext>
            </a:extLst>
          </p:cNvPr>
          <p:cNvSpPr txBox="1"/>
          <p:nvPr/>
        </p:nvSpPr>
        <p:spPr>
          <a:xfrm>
            <a:off x="6612429" y="5625850"/>
            <a:ext cx="4050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Fig2</a:t>
            </a:r>
            <a:r>
              <a:rPr kumimoji="1" lang="en-US" altLang="ja-JP" dirty="0"/>
              <a:t>. </a:t>
            </a:r>
            <a:r>
              <a:rPr kumimoji="1" lang="ja-JP" altLang="en-US" dirty="0"/>
              <a:t>実験の様子．実際は部屋の明かりを消し、暗室状態で行います．</a:t>
            </a:r>
          </a:p>
        </p:txBody>
      </p:sp>
    </p:spTree>
    <p:extLst>
      <p:ext uri="{BB962C8B-B14F-4D97-AF65-F5344CB8AC3E}">
        <p14:creationId xmlns:p14="http://schemas.microsoft.com/office/powerpoint/2010/main" val="687781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UT">
      <a:dk1>
        <a:srgbClr val="474A4D"/>
      </a:dk1>
      <a:lt1>
        <a:srgbClr val="F6F7F8"/>
      </a:lt1>
      <a:dk2>
        <a:srgbClr val="1A4472"/>
      </a:dk2>
      <a:lt2>
        <a:srgbClr val="FCFAF2"/>
      </a:lt2>
      <a:accent1>
        <a:srgbClr val="264892"/>
      </a:accent1>
      <a:accent2>
        <a:srgbClr val="FFCD00"/>
      </a:accent2>
      <a:accent3>
        <a:srgbClr val="192E60"/>
      </a:accent3>
      <a:accent4>
        <a:srgbClr val="B6C7EC"/>
      </a:accent4>
      <a:accent5>
        <a:srgbClr val="C08FB3"/>
      </a:accent5>
      <a:accent6>
        <a:srgbClr val="86B81B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(別紙4)実験の様子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濵田　和希</dc:creator>
  <cp:lastModifiedBy>濵田　和希</cp:lastModifiedBy>
  <cp:revision>3</cp:revision>
  <dcterms:created xsi:type="dcterms:W3CDTF">2026-05-30T06:33:56Z</dcterms:created>
  <dcterms:modified xsi:type="dcterms:W3CDTF">2026-07-02T04:08:31Z</dcterms:modified>
</cp:coreProperties>
</file>