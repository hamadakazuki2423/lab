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4E79"/>
                </a:solidFill>
              </a:defRPr>
            </a:pPr>
            <a:r>
              <a:t>Perceptual Visibility Prediction of </a:t>
            </a:r>
            <a:br/>
            <a:r>
              <a:t> Overlaid Content in Optical See-Through </a:t>
            </a:r>
            <a:br/>
            <a:r>
              <a:t> Augmented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595959"/>
                </a:solidFill>
              </a:defRPr>
            </a:pPr>
            <a:r>
              <a:t>光学シースルー拡張現実における </a:t>
            </a:r>
            <a:br/>
            <a:r>
              <a:t> 重畳コンテンツの知覚的視認性予測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9260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2222"/>
                </a:solidFill>
              </a:defRPr>
            </a:pPr>
            <a:r>
              <a:t>Kazuki HAMADA (37-256559)</a:t>
            </a:r>
          </a:p>
          <a:p>
            <a:pPr>
              <a:defRPr sz="1800">
                <a:solidFill>
                  <a:srgbClr val="222222"/>
                </a:solidFill>
              </a:defRPr>
            </a:pPr>
            <a:r>
              <a:t>Supervisor: Assoc. Prof. Takeshi OISHI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t>Graduate School of Information Science and Technology, The University of Tokyo</a:t>
            </a:r>
          </a:p>
          <a:p>
            <a:pPr>
              <a:defRPr sz="1400">
                <a:solidFill>
                  <a:srgbClr val="595959"/>
                </a:solidFill>
              </a:defRPr>
            </a:pPr>
            <a:r>
              <a:t>Midterm Review  |  May 15,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Introduction — background, scope, objective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Related Work — contrast perception, OST-AR studies, IQA, Fukiage's predictor, gaps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Method — extending Fukiage's model for OST-AR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Preliminary Experiment — apparatus, procedure, results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Discussion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Introduction: Optical See-Through 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Introduction: Visibility Depends on the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22222"/>
                </a:solidFill>
              </a:defRPr>
            </a:pPr>
            <a:r>
              <a:t>Same virtual content looks very different on different backgrounds.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22222"/>
                </a:solidFill>
              </a:defRPr>
            </a:pPr>
            <a:r>
              <a:t>→ Need to predict visibility from the FG/BG image pair.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Introduction: Scope &amp;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Goal: Build an image-based visibility predictor for OST-AR.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Extend a 2D-display model to OST-AR.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Collect psychophysical data on a custom rig.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Fit &amp; validate the extended model.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Related Work (1): Contrast Perception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Visibility = how the visual system detects contrast 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CSF [Campbell &amp; Robson, 1968] — sensitivity peaks at 2–6 cpd.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Contrast masking — BG reduces sensitivity to FG.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Related Work (2): Factor-Specific OST-AR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22222"/>
                </a:solidFill>
              </a:defRPr>
            </a:pPr>
            <a:r>
              <a:t>Existing OST-AR studies address one factor at a time 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22222"/>
                </a:solidFill>
              </a:defRPr>
            </a:pPr>
            <a:r>
              <a:t>→ No unified, image-based predictor for arbitrary FG/BG pairs.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246120"/>
          <a:ext cx="8229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2003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Representative work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Perceived 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Zhang &amp; Murdoch, 2021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Color contrast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Zhang et al., TVCG 2022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Luminance &amp; opacity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Liu et al., ISMAR 2022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Brightness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Murdoch, JOSA A 2020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Supra-threshold contrast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Kim et al., SIGGRAPH Asia 2025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Related Work (3): Standard IQA Falls Short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IQA (SSIM, HDR-VDP, …) assumes a single emissive display 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OST-AR adds the real world via optical addition — IQA cannot model this.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AR-DAVID [Chapiro et al., 2024] is closest, but trained on video pass-through.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i="1">
                <a:solidFill>
                  <a:srgbClr val="595959"/>
                </a:solidFill>
              </a:defRPr>
            </a:pPr>
            <a:r>
              <a:t>[Figure] Figure: Conventional IQA (single image) </a:t>
            </a:r>
            <a:br/>
            <a:r>
              <a:t> vs. OST-AR pipeline (FG + BG, optical sum).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Related Work (4): Fukiage &amp; Oishi's Predictor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Predicts visibility of overlays on natural images [Fukiage &amp; Oishi, 2023].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Pipeline: bandpass filters → contrast-gain control → visibility score.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A natural starting point — but assumes a single 2D display.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i="1">
                <a:solidFill>
                  <a:srgbClr val="595959"/>
                </a:solidFill>
              </a:defRPr>
            </a:pPr>
            <a:r>
              <a:t>[Figure] Figure: Fukiage's pipeline — </a:t>
            </a:r>
            <a:br/>
            <a:r>
              <a:t> input pair → bandpass → divisive gain → visibility score.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Related Work (5): Gaps for OST-AR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22222"/>
                </a:solidFill>
              </a:defRPr>
            </a:pPr>
            <a:r>
              <a:t>In OST-AR, four extra factors matter: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① Optical addition —  FG and BG light sum at the eye.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② Defocus blur —  FG and BG at different depths.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③ Binocular disparity —  depth induces disparity.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④ BG discounting —  observers partly ignore the real BG.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No existing model handles all four jointly.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Method (1): Optical Addition &amp; BG Discounting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Method (2): Depth-Dependent Defocus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Method (3): Binocular Combination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Per-eye CSF + masking on each retinal image.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Binocular gain control [Ding &amp; Sperling 2006] → models summation.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Disparity may further segregate FG from BG.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 i="1">
                <a:solidFill>
                  <a:srgbClr val="595959"/>
                </a:solidFill>
              </a:defRPr>
            </a:pPr>
            <a:r>
              <a:t>[Figure] Figure: Two-stream binocular model — </a:t>
            </a:r>
            <a:br/>
            <a:r>
              <a:t> per-eye CSF → cross-eye gain control → pooled visibility.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Preliminary Experiment: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Measure how visibility of an FG Gabor changes with</a:t>
            </a:r>
            <a:br/>
            <a:r>
              <a:t>    spatial frequency, luminance, depth, and ocularity.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Localized in space and frequency — single CSF channel.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Standard stimulus for contrast detection &amp; masking.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Tests the additive-mixture and defocus terms directly.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Preliminary Experiment: Apparatus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Preliminary Experiment: 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Preliminary Experiment: Stimulus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>
                <a:solidFill>
                  <a:srgbClr val="222222"/>
                </a:solidFill>
              </a:defRPr>
            </a:pPr>
            <a:r>
              <a:t>Combined with depth and ocularity → full factorial design.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246120"/>
          <a:ext cx="822960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20039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Values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Patch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7.9° × 7.9°, σ = 1°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Spatial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2, 4, 6, 8 cpd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5, 50 cd/m²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5, 15 cd/m²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 / 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1.0 / {0, 1}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Preliminary Experiment: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Monocular — defocus only.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Binocular — adds disparity &amp; summation.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24612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200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Pair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BG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ΔD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0.50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0.70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0.57 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0.81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1.50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0.57 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0.50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1.00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1.00 D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0.60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1.50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1.00 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Preliminary Experiment: Results — Monocular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Preliminary Experiment: Results — Binocular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Frequency dependence matches the CSF prediction.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Defocus acts as a low-pass on BG , as the PSF predicts.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Binocular condition shows clear summation 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Limit: only Gabor stimuli; natural images not yet tested.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200">
                <a:solidFill>
                  <a:srgbClr val="222222"/>
                </a:solidFill>
              </a:defRPr>
            </a:pPr>
            <a:r>
              <a:t>Findings give parameter constraints for the extended model.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4E79"/>
                </a:solidFill>
              </a:defRPr>
            </a:pPr>
            <a:r>
              <a:t>Future Work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229600" cy="3771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Natural FG overlays on natural BG photos.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2-AFC threshold + supra-threshold rating.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Validate on a real OST-AR HMD.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OST-AR visibility depends strongly on the BG.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Existing models miss the four key factors.</a:t>
            </a:r>
          </a:p>
          <a:p>
            <a:pPr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Gabor data confirm CSF, defocus, and ocularity effects.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